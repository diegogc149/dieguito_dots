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4:36:35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3 23551,'-126'51'0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836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475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987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95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808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954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575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551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10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93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8693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3829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0449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455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8474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9517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551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0602D03-B334-4E74-AED0-1DBE12D9731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43609EC-B789-4D25-8977-85F3A7214A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282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639EFA-E9E3-86B4-2BD0-E9F6C9E33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79" y="3291586"/>
            <a:ext cx="4878201" cy="764311"/>
          </a:xfrm>
        </p:spPr>
        <p:txBody>
          <a:bodyPr/>
          <a:lstStyle/>
          <a:p>
            <a:r>
              <a:rPr lang="es-MX" dirty="0"/>
              <a:t>11111111.11111111.11111111.00000000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EC784A-6DCF-9D38-2CAE-0896DBF00E49}"/>
              </a:ext>
            </a:extLst>
          </p:cNvPr>
          <p:cNvSpPr txBox="1"/>
          <p:nvPr/>
        </p:nvSpPr>
        <p:spPr>
          <a:xfrm>
            <a:off x="1354650" y="2783912"/>
            <a:ext cx="524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80  .   8     .     8   .0 </a:t>
            </a:r>
            <a:endParaRPr lang="es-PE" sz="2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1167BC2-97A7-B03B-37D7-54D741AFA770}"/>
                  </a:ext>
                </a:extLst>
              </p14:cNvPr>
              <p14:cNvContentPartPr/>
              <p14:nvPr/>
            </p14:nvContentPartPr>
            <p14:xfrm>
              <a:off x="7141464" y="2167056"/>
              <a:ext cx="45720" cy="187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1167BC2-97A7-B03B-37D7-54D741AFA7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35344" y="2160936"/>
                <a:ext cx="57960" cy="30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Elipse 6">
            <a:extLst>
              <a:ext uri="{FF2B5EF4-FFF2-40B4-BE49-F238E27FC236}">
                <a16:creationId xmlns:a16="http://schemas.microsoft.com/office/drawing/2014/main" id="{A5E32615-73FC-5DD0-4734-FE2CFFE385E6}"/>
              </a:ext>
            </a:extLst>
          </p:cNvPr>
          <p:cNvSpPr/>
          <p:nvPr/>
        </p:nvSpPr>
        <p:spPr>
          <a:xfrm>
            <a:off x="5080340" y="3194727"/>
            <a:ext cx="434340" cy="557352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8CB6811-2F52-7249-7847-433F46071362}"/>
                  </a:ext>
                </a:extLst>
              </p:cNvPr>
              <p:cNvSpPr txBox="1"/>
              <p:nvPr/>
            </p:nvSpPr>
            <p:spPr>
              <a:xfrm>
                <a:off x="8390465" y="3150237"/>
                <a:ext cx="23042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Queremos 2 hosts: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−2=2</m:t>
                    </m:r>
                  </m:oMath>
                </a14:m>
                <a:endParaRPr lang="es-PE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8CB6811-2F52-7249-7847-433F4607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65" y="3150237"/>
                <a:ext cx="2304288" cy="646331"/>
              </a:xfrm>
              <a:prstGeom prst="rect">
                <a:avLst/>
              </a:prstGeom>
              <a:blipFill>
                <a:blip r:embed="rId4"/>
                <a:stretch>
                  <a:fillRect l="-2116" t="-5660" r="-79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FCA90E4-9A1B-4664-618B-F9B032889EC3}"/>
                  </a:ext>
                </a:extLst>
              </p:cNvPr>
              <p:cNvSpPr txBox="1"/>
              <p:nvPr/>
            </p:nvSpPr>
            <p:spPr>
              <a:xfrm>
                <a:off x="8444919" y="3932385"/>
                <a:ext cx="12984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La red saltará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PE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FCA90E4-9A1B-4664-618B-F9B032889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919" y="3932385"/>
                <a:ext cx="1298448" cy="923330"/>
              </a:xfrm>
              <a:prstGeom prst="rect">
                <a:avLst/>
              </a:prstGeom>
              <a:blipFill>
                <a:blip r:embed="rId5"/>
                <a:stretch>
                  <a:fillRect l="-3756" t="-3289" b="-2697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76F321E-E6DB-7C06-A3D7-412F80D49881}"/>
              </a:ext>
            </a:extLst>
          </p:cNvPr>
          <p:cNvCxnSpPr>
            <a:cxnSpLocks/>
            <a:stCxn id="7" idx="4"/>
          </p:cNvCxnSpPr>
          <p:nvPr/>
        </p:nvCxnSpPr>
        <p:spPr>
          <a:xfrm flipV="1">
            <a:off x="5297510" y="3634686"/>
            <a:ext cx="2934170" cy="117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co 11">
            <a:extLst>
              <a:ext uri="{FF2B5EF4-FFF2-40B4-BE49-F238E27FC236}">
                <a16:creationId xmlns:a16="http://schemas.microsoft.com/office/drawing/2014/main" id="{A04820A5-F9B5-C687-A98A-9DCAD6DFD00B}"/>
              </a:ext>
            </a:extLst>
          </p:cNvPr>
          <p:cNvSpPr/>
          <p:nvPr/>
        </p:nvSpPr>
        <p:spPr>
          <a:xfrm rot="8568494">
            <a:off x="4192903" y="2784469"/>
            <a:ext cx="1359309" cy="820514"/>
          </a:xfrm>
          <a:prstGeom prst="arc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C41E8F7-8C06-7FAB-04CC-F8EA52B5AA65}"/>
              </a:ext>
            </a:extLst>
          </p:cNvPr>
          <p:cNvCxnSpPr/>
          <p:nvPr/>
        </p:nvCxnSpPr>
        <p:spPr>
          <a:xfrm flipH="1">
            <a:off x="4425602" y="3752079"/>
            <a:ext cx="313944" cy="52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22C766-9C26-3DD7-2BF4-BED6483F1381}"/>
              </a:ext>
            </a:extLst>
          </p:cNvPr>
          <p:cNvSpPr txBox="1"/>
          <p:nvPr/>
        </p:nvSpPr>
        <p:spPr>
          <a:xfrm>
            <a:off x="5072309" y="4721226"/>
            <a:ext cx="214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Para </a:t>
            </a:r>
            <a:r>
              <a:rPr lang="es-MX" dirty="0" err="1"/>
              <a:t>subnetear</a:t>
            </a:r>
            <a:endParaRPr lang="es-MX" dirty="0"/>
          </a:p>
          <a:p>
            <a:r>
              <a:rPr lang="es-MX" dirty="0"/>
              <a:t>(6 bits más)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E176992-65F5-49EF-1601-49F37B51E63E}"/>
              </a:ext>
            </a:extLst>
          </p:cNvPr>
          <p:cNvSpPr txBox="1"/>
          <p:nvPr/>
        </p:nvSpPr>
        <p:spPr>
          <a:xfrm>
            <a:off x="3976289" y="4351894"/>
            <a:ext cx="303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La máscara será 24 + 6 = / 30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E952843-9C4C-152E-4FE6-27F57EA7799B}"/>
              </a:ext>
            </a:extLst>
          </p:cNvPr>
          <p:cNvSpPr txBox="1"/>
          <p:nvPr/>
        </p:nvSpPr>
        <p:spPr>
          <a:xfrm>
            <a:off x="766012" y="5891753"/>
            <a:ext cx="461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11111111.11111111.11111111.11111100</a:t>
            </a:r>
            <a:endParaRPr lang="es-PE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981B758-9539-598E-7939-18B893A63A79}"/>
              </a:ext>
            </a:extLst>
          </p:cNvPr>
          <p:cNvCxnSpPr/>
          <p:nvPr/>
        </p:nvCxnSpPr>
        <p:spPr>
          <a:xfrm>
            <a:off x="5514680" y="6127423"/>
            <a:ext cx="1699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B4304D-FD4A-EDDE-ECBA-336FB40AA319}"/>
              </a:ext>
            </a:extLst>
          </p:cNvPr>
          <p:cNvSpPr txBox="1"/>
          <p:nvPr/>
        </p:nvSpPr>
        <p:spPr>
          <a:xfrm>
            <a:off x="7626700" y="5906737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255.255.255.252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9769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2" grpId="0" animBg="1"/>
      <p:bldP spid="15" grpId="0"/>
      <p:bldP spid="16" grpId="0"/>
      <p:bldP spid="18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47DDDB2-ED59-60EF-EE90-5427CF64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47" y="199788"/>
            <a:ext cx="11592506" cy="645842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ECF1658-2FBD-743F-773E-146E1AF5DF69}"/>
              </a:ext>
            </a:extLst>
          </p:cNvPr>
          <p:cNvSpPr txBox="1"/>
          <p:nvPr/>
        </p:nvSpPr>
        <p:spPr>
          <a:xfrm>
            <a:off x="3162300" y="84772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80.8.8.0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275D1B-902F-FAD6-CFFB-DBF27AC5CFDA}"/>
              </a:ext>
            </a:extLst>
          </p:cNvPr>
          <p:cNvSpPr txBox="1"/>
          <p:nvPr/>
        </p:nvSpPr>
        <p:spPr>
          <a:xfrm>
            <a:off x="5781675" y="19978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80.8.8.4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95D9B5-F909-2DA9-212A-1BF60C41716E}"/>
              </a:ext>
            </a:extLst>
          </p:cNvPr>
          <p:cNvSpPr txBox="1"/>
          <p:nvPr/>
        </p:nvSpPr>
        <p:spPr>
          <a:xfrm>
            <a:off x="8181975" y="84772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80.8.8.8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2BB4A5-3D81-D54B-CFB5-9C285B125189}"/>
              </a:ext>
            </a:extLst>
          </p:cNvPr>
          <p:cNvSpPr txBox="1"/>
          <p:nvPr/>
        </p:nvSpPr>
        <p:spPr>
          <a:xfrm>
            <a:off x="3257550" y="279082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80.8.8.12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7A827CC-75C1-B87F-E531-9B013E6A2D08}"/>
              </a:ext>
            </a:extLst>
          </p:cNvPr>
          <p:cNvSpPr txBox="1"/>
          <p:nvPr/>
        </p:nvSpPr>
        <p:spPr>
          <a:xfrm>
            <a:off x="4562475" y="201930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80.8.8.16</a:t>
            </a:r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4C0DD5B-9CB7-BCE1-8D4E-6CFCFB435D37}"/>
              </a:ext>
            </a:extLst>
          </p:cNvPr>
          <p:cNvSpPr txBox="1"/>
          <p:nvPr/>
        </p:nvSpPr>
        <p:spPr>
          <a:xfrm>
            <a:off x="5596504" y="342899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80.8.8.20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86C850-815A-E616-E241-C9340208CF2A}"/>
              </a:ext>
            </a:extLst>
          </p:cNvPr>
          <p:cNvSpPr txBox="1"/>
          <p:nvPr/>
        </p:nvSpPr>
        <p:spPr>
          <a:xfrm>
            <a:off x="6817632" y="195262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80.8.8.24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D6105B-C23E-DD10-BD8D-ED266385923A}"/>
              </a:ext>
            </a:extLst>
          </p:cNvPr>
          <p:cNvSpPr txBox="1"/>
          <p:nvPr/>
        </p:nvSpPr>
        <p:spPr>
          <a:xfrm>
            <a:off x="7812029" y="268605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80.8.8.28</a:t>
            </a:r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DFA8A4-313B-B098-CE45-BB39C8E1A1F4}"/>
              </a:ext>
            </a:extLst>
          </p:cNvPr>
          <p:cNvSpPr txBox="1"/>
          <p:nvPr/>
        </p:nvSpPr>
        <p:spPr>
          <a:xfrm>
            <a:off x="1590675" y="201346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80.8.8.32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8AD995-956D-CB60-0EE3-C9E6F4003519}"/>
              </a:ext>
            </a:extLst>
          </p:cNvPr>
          <p:cNvSpPr txBox="1"/>
          <p:nvPr/>
        </p:nvSpPr>
        <p:spPr>
          <a:xfrm>
            <a:off x="9947626" y="201346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80.8.8.36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B4D034-166B-F514-419A-D956C780A33F}"/>
              </a:ext>
            </a:extLst>
          </p:cNvPr>
          <p:cNvSpPr txBox="1"/>
          <p:nvPr/>
        </p:nvSpPr>
        <p:spPr>
          <a:xfrm>
            <a:off x="3444941" y="148830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81E57DB-F01E-273B-CF51-1F5AD9E18B0A}"/>
              </a:ext>
            </a:extLst>
          </p:cNvPr>
          <p:cNvSpPr txBox="1"/>
          <p:nvPr/>
        </p:nvSpPr>
        <p:spPr>
          <a:xfrm>
            <a:off x="4456877" y="67398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ED2D4C-1063-7640-5C7A-ADDF04B38465}"/>
              </a:ext>
            </a:extLst>
          </p:cNvPr>
          <p:cNvSpPr txBox="1"/>
          <p:nvPr/>
        </p:nvSpPr>
        <p:spPr>
          <a:xfrm>
            <a:off x="5311078" y="30465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.5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F4BDCC6-A124-C766-5453-F64036420652}"/>
              </a:ext>
            </a:extLst>
          </p:cNvPr>
          <p:cNvSpPr txBox="1"/>
          <p:nvPr/>
        </p:nvSpPr>
        <p:spPr>
          <a:xfrm>
            <a:off x="6690533" y="29729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.6</a:t>
            </a:r>
            <a:endParaRPr lang="es-PE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539F8D6-FBE9-5889-43E7-6D75D587EBBA}"/>
              </a:ext>
            </a:extLst>
          </p:cNvPr>
          <p:cNvSpPr txBox="1"/>
          <p:nvPr/>
        </p:nvSpPr>
        <p:spPr>
          <a:xfrm>
            <a:off x="7696168" y="51485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.9</a:t>
            </a:r>
            <a:endParaRPr lang="es-PE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F5C032-1915-3747-A839-D848AF5D5BA4}"/>
              </a:ext>
            </a:extLst>
          </p:cNvPr>
          <p:cNvSpPr txBox="1"/>
          <p:nvPr/>
        </p:nvSpPr>
        <p:spPr>
          <a:xfrm>
            <a:off x="8249355" y="141578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.10</a:t>
            </a:r>
            <a:endParaRPr lang="es-PE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2E93C97-3998-A666-C685-A8A046665B5C}"/>
              </a:ext>
            </a:extLst>
          </p:cNvPr>
          <p:cNvSpPr txBox="1"/>
          <p:nvPr/>
        </p:nvSpPr>
        <p:spPr>
          <a:xfrm>
            <a:off x="3125290" y="230338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.13</a:t>
            </a:r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2F22EC-136B-02C9-2377-AFD3D0FC1852}"/>
              </a:ext>
            </a:extLst>
          </p:cNvPr>
          <p:cNvSpPr txBox="1"/>
          <p:nvPr/>
        </p:nvSpPr>
        <p:spPr>
          <a:xfrm>
            <a:off x="4269967" y="322783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.14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9486ED4-38D7-9581-3126-F4A327D69558}"/>
              </a:ext>
            </a:extLst>
          </p:cNvPr>
          <p:cNvSpPr txBox="1"/>
          <p:nvPr/>
        </p:nvSpPr>
        <p:spPr>
          <a:xfrm>
            <a:off x="5056861" y="94495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.17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CDA98BB-90A1-01E0-16E8-C3070E7F8156}"/>
              </a:ext>
            </a:extLst>
          </p:cNvPr>
          <p:cNvSpPr txBox="1"/>
          <p:nvPr/>
        </p:nvSpPr>
        <p:spPr>
          <a:xfrm>
            <a:off x="5118577" y="276446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.18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E7F299B-7DE6-B4C8-45B4-AF9395E73AEE}"/>
              </a:ext>
            </a:extLst>
          </p:cNvPr>
          <p:cNvSpPr txBox="1"/>
          <p:nvPr/>
        </p:nvSpPr>
        <p:spPr>
          <a:xfrm>
            <a:off x="5554113" y="311372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.21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9B791DE-B5D6-157A-16E9-717E5A8A2373}"/>
              </a:ext>
            </a:extLst>
          </p:cNvPr>
          <p:cNvSpPr txBox="1"/>
          <p:nvPr/>
        </p:nvSpPr>
        <p:spPr>
          <a:xfrm>
            <a:off x="6574408" y="305966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.22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0F01CB6-3E80-FCC5-0A6C-C5857B45C703}"/>
              </a:ext>
            </a:extLst>
          </p:cNvPr>
          <p:cNvSpPr txBox="1"/>
          <p:nvPr/>
        </p:nvSpPr>
        <p:spPr>
          <a:xfrm>
            <a:off x="7322348" y="83740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.25</a:t>
            </a:r>
            <a:endParaRPr lang="es-PE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8DE0939-49E7-AFFD-5AEA-C39C652D41D0}"/>
              </a:ext>
            </a:extLst>
          </p:cNvPr>
          <p:cNvSpPr txBox="1"/>
          <p:nvPr/>
        </p:nvSpPr>
        <p:spPr>
          <a:xfrm>
            <a:off x="7229466" y="279082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.26</a:t>
            </a:r>
            <a:endParaRPr lang="es-PE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C015AD7-B6E5-EBE1-B27C-EC825E7F0768}"/>
              </a:ext>
            </a:extLst>
          </p:cNvPr>
          <p:cNvSpPr txBox="1"/>
          <p:nvPr/>
        </p:nvSpPr>
        <p:spPr>
          <a:xfrm>
            <a:off x="7684723" y="330023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.29</a:t>
            </a:r>
            <a:endParaRPr lang="es-PE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CAC3109-469B-2686-693D-4E5F629AC75A}"/>
              </a:ext>
            </a:extLst>
          </p:cNvPr>
          <p:cNvSpPr txBox="1"/>
          <p:nvPr/>
        </p:nvSpPr>
        <p:spPr>
          <a:xfrm>
            <a:off x="8373240" y="210603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.30</a:t>
            </a:r>
            <a:endParaRPr lang="es-PE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E7C0C56-9FCD-ADFD-3063-36C0B1C26252}"/>
              </a:ext>
            </a:extLst>
          </p:cNvPr>
          <p:cNvSpPr txBox="1"/>
          <p:nvPr/>
        </p:nvSpPr>
        <p:spPr>
          <a:xfrm>
            <a:off x="9200826" y="158329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.37</a:t>
            </a:r>
            <a:endParaRPr lang="es-PE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343C3BF-DCD2-E670-EF6A-2C54B4724936}"/>
              </a:ext>
            </a:extLst>
          </p:cNvPr>
          <p:cNvSpPr txBox="1"/>
          <p:nvPr/>
        </p:nvSpPr>
        <p:spPr>
          <a:xfrm>
            <a:off x="10633400" y="239513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.38</a:t>
            </a:r>
            <a:endParaRPr lang="es-PE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AE9BB2B-C32B-0D52-7213-DAFCC4A93B36}"/>
              </a:ext>
            </a:extLst>
          </p:cNvPr>
          <p:cNvSpPr txBox="1"/>
          <p:nvPr/>
        </p:nvSpPr>
        <p:spPr>
          <a:xfrm>
            <a:off x="1121951" y="23802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.33</a:t>
            </a:r>
            <a:endParaRPr lang="es-PE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F1FFF56-8BE8-8164-9A77-B934ACE12418}"/>
              </a:ext>
            </a:extLst>
          </p:cNvPr>
          <p:cNvSpPr txBox="1"/>
          <p:nvPr/>
        </p:nvSpPr>
        <p:spPr>
          <a:xfrm>
            <a:off x="2493470" y="171238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.34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75198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TM02900722[[fn=Sala de reuniones Ion]]</Template>
  <TotalTime>99</TotalTime>
  <Words>90</Words>
  <Application>Microsoft Office PowerPoint</Application>
  <PresentationFormat>Panorámica</PresentationFormat>
  <Paragraphs>39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Wingdings 3</vt:lpstr>
      <vt:lpstr>Sala de reuniones Ion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GAMARRA CRUZ</dc:creator>
  <cp:lastModifiedBy>DIEGO GAMARRA CRUZ</cp:lastModifiedBy>
  <cp:revision>1</cp:revision>
  <dcterms:created xsi:type="dcterms:W3CDTF">2025-11-11T04:30:21Z</dcterms:created>
  <dcterms:modified xsi:type="dcterms:W3CDTF">2025-11-11T06:09:31Z</dcterms:modified>
</cp:coreProperties>
</file>